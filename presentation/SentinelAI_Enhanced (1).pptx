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_github_icon.png"/><Relationship Id="rId4" Type="http://schemas.openxmlformats.org/officeDocument/2006/relationships/image" Target="../media/image_qr_github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SentinelAI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Incident Response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246120"/>
            <a:ext cx="1097280" cy="0"/>
          </a:xfrm>
          <a:prstGeom prst="line">
            <a:avLst/>
          </a:prstGeom>
          <a:noFill/>
          <a:ln w="38100">
            <a:solidFill>
              <a:srgbClr val="2E7D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56616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Summer School '26 Capstone Project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Developer: Deepak Sharma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Stack: n8n • Gemini AI • PostgreSQL • REST APIs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274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9C1"/>
                </a:solidFill>
              </a:rPr>
              <a:t>1 / 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Crisis of Alert Fatigue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0"/>
          </a:xfrm>
          <a:prstGeom prst="line">
            <a:avLst/>
          </a:prstGeom>
          <a:noFill/>
          <a:ln w="38100">
            <a:solidFill>
              <a:srgbClr val="2E7D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3840480" cy="1280160"/>
          </a:xfrm>
          <a:prstGeom prst="rect">
            <a:avLst/>
          </a:prstGeom>
          <a:solidFill>
            <a:srgbClr val="1A2B42"/>
          </a:solidFill>
          <a:ln w="12700">
            <a:solidFill>
              <a:srgbClr val="2E7D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 teams overwhelmed by false positives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investigation slows response times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risk of critical breach escalation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463040"/>
            <a:ext cx="3474720" cy="1280160"/>
          </a:xfrm>
          <a:prstGeom prst="rect">
            <a:avLst/>
          </a:prstGeom>
          <a:solidFill>
            <a:srgbClr val="1A2B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277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937760" y="2240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ON AVERAGE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256032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AVG. BREACH DETECTION TIME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0" y="274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9C1"/>
                </a:solidFill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Across the Enterprise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0"/>
          </a:xfrm>
          <a:prstGeom prst="line">
            <a:avLst/>
          </a:prstGeom>
          <a:noFill/>
          <a:ln w="38100">
            <a:solidFill>
              <a:srgbClr val="2E7D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7680960" cy="685800"/>
          </a:xfrm>
          <a:prstGeom prst="rect">
            <a:avLst/>
          </a:prstGeom>
          <a:solidFill>
            <a:srgbClr val="1A2B42"/>
          </a:solidFill>
          <a:ln w="12700">
            <a:solidFill>
              <a:srgbClr val="2E7D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45720" cy="68580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361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 Analysts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8105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Reducing manual triage burden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7680960" cy="685800"/>
          </a:xfrm>
          <a:prstGeom prst="rect">
            <a:avLst/>
          </a:prstGeom>
          <a:solidFill>
            <a:srgbClr val="1A2B42"/>
          </a:solidFill>
          <a:ln w="12700">
            <a:solidFill>
              <a:srgbClr val="2E7D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331720"/>
            <a:ext cx="45720" cy="68580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4048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Managers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6791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Ensuring rapid response orchestration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7680960" cy="685800"/>
          </a:xfrm>
          <a:prstGeom prst="rect">
            <a:avLst/>
          </a:prstGeom>
          <a:solidFill>
            <a:srgbClr val="1A2B42"/>
          </a:solidFill>
          <a:ln w="12700">
            <a:solidFill>
              <a:srgbClr val="2E7D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200400"/>
            <a:ext cx="45720" cy="68580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27355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Teams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5478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Maintaining system uptime and integrity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7680960" cy="685800"/>
          </a:xfrm>
          <a:prstGeom prst="rect">
            <a:avLst/>
          </a:prstGeom>
          <a:solidFill>
            <a:srgbClr val="1A2B42"/>
          </a:solidFill>
          <a:ln w="12700">
            <a:solidFill>
              <a:srgbClr val="2E7D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069080"/>
            <a:ext cx="45720" cy="68580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14223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41655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Reducing operational risk and costs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274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9C1"/>
                </a:solidFill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Project Objectives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3840480" cy="1463040"/>
          </a:xfrm>
          <a:prstGeom prst="rect">
            <a:avLst/>
          </a:prstGeom>
          <a:solidFill>
            <a:srgbClr val="1A2B42"/>
          </a:solidFill>
          <a:ln w="12700">
            <a:solidFill>
              <a:srgbClr val="2E7D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 end-to-end incident response workflows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463040"/>
            <a:ext cx="3840480" cy="1463040"/>
          </a:xfrm>
          <a:prstGeom prst="rect">
            <a:avLst/>
          </a:prstGeom>
          <a:solidFill>
            <a:srgbClr val="1A2B42"/>
          </a:solidFill>
          <a:ln w="12700">
            <a:solidFill>
              <a:srgbClr val="2E7D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6916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Leverage AI for intelligent threat prioritization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3840480" cy="1463040"/>
          </a:xfrm>
          <a:prstGeom prst="rect">
            <a:avLst/>
          </a:prstGeom>
          <a:solidFill>
            <a:srgbClr val="1A2B42"/>
          </a:solidFill>
          <a:ln w="12700">
            <a:solidFill>
              <a:srgbClr val="2E7D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290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 logging for audit and compliance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3200400"/>
            <a:ext cx="3840480" cy="1463040"/>
          </a:xfrm>
          <a:prstGeom prst="rect">
            <a:avLst/>
          </a:prstGeom>
          <a:solidFill>
            <a:srgbClr val="1A2B42"/>
          </a:solidFill>
          <a:ln w="12700">
            <a:solidFill>
              <a:srgbClr val="2E7D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4290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real-time security analytics dashboards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0" y="274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9C1"/>
                </a:solidFill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 Technology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0"/>
          </a:xfrm>
          <a:prstGeom prst="line">
            <a:avLst/>
          </a:prstGeom>
          <a:noFill/>
          <a:ln w="38100">
            <a:solidFill>
              <a:srgbClr val="2E7D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45720" cy="50292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81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n8n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755648"/>
            <a:ext cx="7223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automation and orchestration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45720" cy="50292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0756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350008"/>
            <a:ext cx="7223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threat classification engine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45720" cy="50292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944368"/>
            <a:ext cx="7223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 centralized incident database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46120"/>
            <a:ext cx="45720" cy="50292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64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APIs &amp; Webhooks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538728"/>
            <a:ext cx="7223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 system integration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45720" cy="50292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858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Gmail &amp; GitHub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133088"/>
            <a:ext cx="7223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notification and tracking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274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9C1"/>
                </a:solidFill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Overview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0"/>
          </a:xfrm>
          <a:prstGeom prst="line">
            <a:avLst/>
          </a:prstGeom>
          <a:noFill/>
          <a:ln w="38100">
            <a:solidFill>
              <a:srgbClr val="2E7D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1188720" cy="1280160"/>
          </a:xfrm>
          <a:prstGeom prst="rect">
            <a:avLst/>
          </a:prstGeom>
          <a:solidFill>
            <a:srgbClr val="1A2B42"/>
          </a:solidFill>
          <a:ln w="12700">
            <a:solidFill>
              <a:srgbClr val="1A2B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2240280"/>
            <a:ext cx="1042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 via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2377440"/>
            <a:ext cx="822960" cy="0"/>
          </a:xfrm>
          <a:prstGeom prst="line">
            <a:avLst/>
          </a:prstGeom>
          <a:noFill/>
          <a:ln w="25400">
            <a:solidFill>
              <a:srgbClr val="2E7D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94560" y="1737360"/>
            <a:ext cx="1188720" cy="1280160"/>
          </a:xfrm>
          <a:prstGeom prst="rect">
            <a:avLst/>
          </a:prstGeom>
          <a:solidFill>
            <a:srgbClr val="2E7D99"/>
          </a:solidFill>
          <a:ln w="25400">
            <a:solidFill>
              <a:srgbClr val="2E7D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874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67712" y="2240280"/>
            <a:ext cx="1042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Processes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2377440"/>
            <a:ext cx="822960" cy="0"/>
          </a:xfrm>
          <a:prstGeom prst="line">
            <a:avLst/>
          </a:prstGeom>
          <a:noFill/>
          <a:ln w="25400">
            <a:solidFill>
              <a:srgbClr val="2E7D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57600" y="1737360"/>
            <a:ext cx="1188720" cy="1280160"/>
          </a:xfrm>
          <a:prstGeom prst="rect">
            <a:avLst/>
          </a:prstGeom>
          <a:solidFill>
            <a:srgbClr val="1A2B42"/>
          </a:solidFill>
          <a:ln w="12700">
            <a:solidFill>
              <a:srgbClr val="1A2B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874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30752" y="2240280"/>
            <a:ext cx="1042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2377440"/>
            <a:ext cx="822960" cy="0"/>
          </a:xfrm>
          <a:prstGeom prst="line">
            <a:avLst/>
          </a:prstGeom>
          <a:noFill/>
          <a:ln w="25400">
            <a:solidFill>
              <a:srgbClr val="2E7D9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20640" y="1737360"/>
            <a:ext cx="1188720" cy="1280160"/>
          </a:xfrm>
          <a:prstGeom prst="rect">
            <a:avLst/>
          </a:prstGeom>
          <a:solidFill>
            <a:srgbClr val="1A2B42"/>
          </a:solidFill>
          <a:ln w="12700">
            <a:solidFill>
              <a:srgbClr val="1A2B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874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93792" y="2240280"/>
            <a:ext cx="1042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0" y="2377440"/>
            <a:ext cx="822960" cy="0"/>
          </a:xfrm>
          <a:prstGeom prst="line">
            <a:avLst/>
          </a:prstGeom>
          <a:noFill/>
          <a:ln w="25400">
            <a:solidFill>
              <a:srgbClr val="2E7D9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83680" y="1737360"/>
            <a:ext cx="1188720" cy="1280160"/>
          </a:xfrm>
          <a:prstGeom prst="rect">
            <a:avLst/>
          </a:prstGeom>
          <a:solidFill>
            <a:srgbClr val="D4AF37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874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56832" y="2240280"/>
            <a:ext cx="1042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view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3291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pipeline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3611880"/>
            <a:ext cx="1828800" cy="822960"/>
          </a:xfrm>
          <a:prstGeom prst="rect">
            <a:avLst/>
          </a:prstGeom>
          <a:solidFill>
            <a:srgbClr val="1A2B42"/>
          </a:solidFill>
          <a:ln w="12700">
            <a:solidFill>
              <a:srgbClr val="2E7D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703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39502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n8n orchestration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06040" y="3611880"/>
            <a:ext cx="1828800" cy="822960"/>
          </a:xfrm>
          <a:prstGeom prst="rect">
            <a:avLst/>
          </a:prstGeom>
          <a:solidFill>
            <a:srgbClr val="1A2B42"/>
          </a:solidFill>
          <a:ln w="12700">
            <a:solidFill>
              <a:srgbClr val="2E7D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3703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AI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97480" y="39502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classification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80560" y="3611880"/>
            <a:ext cx="1828800" cy="822960"/>
          </a:xfrm>
          <a:prstGeom prst="rect">
            <a:avLst/>
          </a:prstGeom>
          <a:solidFill>
            <a:srgbClr val="1A2B42"/>
          </a:solidFill>
          <a:ln w="12700">
            <a:solidFill>
              <a:srgbClr val="2E7D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3703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39502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Gmail alerts, GitHub sync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55080" y="3611880"/>
            <a:ext cx="1828800" cy="822960"/>
          </a:xfrm>
          <a:prstGeom prst="rect">
            <a:avLst/>
          </a:prstGeom>
          <a:solidFill>
            <a:srgbClr val="1A2B42"/>
          </a:solidFill>
          <a:ln w="12700">
            <a:solidFill>
              <a:srgbClr val="2E7D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3703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39502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Persistent incident store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" y="480060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Developer: Deepak Sharma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12480" y="274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9C1"/>
                </a:solidFill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Workflow Architecture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691640" cy="1645920"/>
          </a:xfrm>
          <a:prstGeom prst="rect">
            <a:avLst/>
          </a:prstGeom>
          <a:solidFill>
            <a:srgbClr val="1A2B42"/>
          </a:solidFill>
          <a:ln w="12700">
            <a:solidFill>
              <a:srgbClr val="1A2B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08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Alert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2194560"/>
            <a:ext cx="91440" cy="0"/>
          </a:xfrm>
          <a:prstGeom prst="line">
            <a:avLst/>
          </a:prstGeom>
          <a:noFill/>
          <a:ln w="25400">
            <a:solidFill>
              <a:srgbClr val="2E7D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60320" y="1371600"/>
            <a:ext cx="1691640" cy="1645920"/>
          </a:xfrm>
          <a:prstGeom prst="rect">
            <a:avLst/>
          </a:prstGeom>
          <a:solidFill>
            <a:srgbClr val="2E7D99"/>
          </a:solidFill>
          <a:ln w="25400">
            <a:solidFill>
              <a:srgbClr val="2E7D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508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97480" y="18745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AI-driven threat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classification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194560"/>
            <a:ext cx="91440" cy="0"/>
          </a:xfrm>
          <a:prstGeom prst="line">
            <a:avLst/>
          </a:prstGeom>
          <a:noFill/>
          <a:ln w="25400">
            <a:solidFill>
              <a:srgbClr val="2E7D9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89120" y="1371600"/>
            <a:ext cx="1691640" cy="1645920"/>
          </a:xfrm>
          <a:prstGeom prst="rect">
            <a:avLst/>
          </a:prstGeom>
          <a:solidFill>
            <a:srgbClr val="1A2B42"/>
          </a:solidFill>
          <a:ln w="12700">
            <a:solidFill>
              <a:srgbClr val="1A2B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508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18745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incident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assignment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91440" cy="0"/>
          </a:xfrm>
          <a:prstGeom prst="line">
            <a:avLst/>
          </a:prstGeom>
          <a:noFill/>
          <a:ln w="25400">
            <a:solidFill>
              <a:srgbClr val="2E7D9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1371600"/>
            <a:ext cx="1691640" cy="1645920"/>
          </a:xfrm>
          <a:prstGeom prst="rect">
            <a:avLst/>
          </a:prstGeom>
          <a:solidFill>
            <a:srgbClr val="1A2B42"/>
          </a:solidFill>
          <a:ln w="12700">
            <a:solidFill>
              <a:srgbClr val="1A2B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08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18745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Resolution tracking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audit logging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3337560"/>
            <a:ext cx="1691640" cy="1188720"/>
          </a:xfrm>
          <a:prstGeom prst="rect">
            <a:avLst/>
          </a:prstGeom>
          <a:solidFill>
            <a:srgbClr val="2E7D99"/>
          </a:solidFill>
          <a:ln w="25400">
            <a:solidFill>
              <a:srgbClr val="2E7D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3474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37560" y="379476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reporting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updates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Powered by n8n orchestration, Gemini AI analysis, and PostgreSQL persistence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274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9C1"/>
                </a:solidFill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Threat Classification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783080"/>
            <a:ext cx="182880" cy="182880"/>
          </a:xfrm>
          <a:prstGeom prst="ellipse">
            <a:avLst/>
          </a:prstGeom>
          <a:solidFill>
            <a:srgbClr val="2E7D99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965960"/>
            <a:ext cx="0" cy="68580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691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17373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 raw security alerts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2606040"/>
            <a:ext cx="182880" cy="182880"/>
          </a:xfrm>
          <a:prstGeom prst="ellipse">
            <a:avLst/>
          </a:prstGeom>
          <a:solidFill>
            <a:srgbClr val="2E7D99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2788920"/>
            <a:ext cx="0" cy="68580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25603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AI performs deep threat analysis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429000"/>
            <a:ext cx="182880" cy="182880"/>
          </a:xfrm>
          <a:prstGeom prst="ellipse">
            <a:avLst/>
          </a:prstGeom>
          <a:solidFill>
            <a:srgbClr val="2E7D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3611880"/>
            <a:ext cx="0" cy="68580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33832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severity classification assigned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7280" y="4251960"/>
            <a:ext cx="182880" cy="182880"/>
          </a:xfrm>
          <a:prstGeom prst="ellipse">
            <a:avLst/>
          </a:prstGeom>
          <a:solidFill>
            <a:srgbClr val="2E7D99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4160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42062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priority determined by risk score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274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9C1"/>
                </a:solidFill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 and Notification Logic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" cy="594360"/>
          </a:xfrm>
          <a:prstGeom prst="line">
            <a:avLst/>
          </a:prstGeom>
          <a:noFill/>
          <a:ln w="25400">
            <a:solidFill>
              <a:srgbClr val="2E7D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assignment based on priority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691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 incidents to the right analyst automatically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36576" cy="594360"/>
          </a:xfrm>
          <a:prstGeom prst="line">
            <a:avLst/>
          </a:prstGeom>
          <a:noFill/>
          <a:ln w="25400">
            <a:solidFill>
              <a:srgbClr val="2E7D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40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 approval gates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Analysts confirm critical actions before execution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36576" cy="594360"/>
          </a:xfrm>
          <a:prstGeom prst="line">
            <a:avLst/>
          </a:prstGeom>
          <a:noFill/>
          <a:ln w="25400">
            <a:solidFill>
              <a:srgbClr val="2E7D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63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email alerts via Gmail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337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notifications reach stakeholders instantly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36576" cy="594360"/>
          </a:xfrm>
          <a:prstGeom prst="line">
            <a:avLst/>
          </a:prstGeom>
          <a:noFill/>
          <a:ln w="25400">
            <a:solidFill>
              <a:srgbClr val="2E7D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886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audit logs for compliance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41605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action recorded for regulatory review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3474720" cy="822960"/>
          </a:xfrm>
          <a:prstGeom prst="rect">
            <a:avLst/>
          </a:prstGeom>
          <a:solidFill>
            <a:srgbClr val="1A2B42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4630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6916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 Store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965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assignment, approval, and alert is written to an immutable ledger — timestamped and query-ready for compliance audits.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560320"/>
            <a:ext cx="3474720" cy="1280160"/>
          </a:xfrm>
          <a:prstGeom prst="rect">
            <a:avLst/>
          </a:prstGeom>
          <a:solidFill>
            <a:srgbClr val="1A2B42"/>
          </a:solidFill>
          <a:ln w="25400">
            <a:solidFill>
              <a:srgbClr val="2E7D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651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n8n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880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Orchestration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154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Webhooks trigger routing rules, Gmail dispatch, and approval gates in a single automated workflow.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274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9C1"/>
                </a:solidFill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SOC Dashboard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view of security posture, always current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840480" cy="1417320"/>
          </a:xfrm>
          <a:prstGeom prst="rect">
            <a:avLst/>
          </a:prstGeom>
          <a:solidFill>
            <a:srgbClr val="1A2B42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384048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MTTR Reduced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5877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 Time To Respond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600200"/>
            <a:ext cx="3840480" cy="1417320"/>
          </a:xfrm>
          <a:prstGeom prst="rect">
            <a:avLst/>
          </a:prstGeom>
          <a:solidFill>
            <a:srgbClr val="1A2B42"/>
          </a:solidFill>
          <a:ln w="25400">
            <a:solidFill>
              <a:srgbClr val="2E7D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600200"/>
            <a:ext cx="3840480" cy="73152"/>
          </a:xfrm>
          <a:prstGeom prst="rect">
            <a:avLst/>
          </a:prstGeom>
          <a:solidFill>
            <a:srgbClr val="2E7D99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7D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5212080" y="23317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Work Reduced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5877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Impact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3840480" cy="1417320"/>
          </a:xfrm>
          <a:prstGeom prst="rect">
            <a:avLst/>
          </a:prstGeom>
          <a:solidFill>
            <a:srgbClr val="1A2B42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108960"/>
            <a:ext cx="3840480" cy="7315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3375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D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3×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005840" y="38404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 Productivity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0965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Increased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3108960"/>
            <a:ext cx="3840480" cy="1417320"/>
          </a:xfrm>
          <a:prstGeom prst="rect">
            <a:avLst/>
          </a:prstGeom>
          <a:solidFill>
            <a:srgbClr val="1A2B42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3108960"/>
            <a:ext cx="384048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33375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5212080" y="38404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Resolution Rate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40965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274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9C1"/>
                </a:solidFill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Value Delivered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Measurable operational impact across the SOC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840480" cy="1371600"/>
          </a:xfrm>
          <a:prstGeom prst="rect">
            <a:avLst/>
          </a:prstGeom>
          <a:solidFill>
            <a:srgbClr val="1A2B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Significant reduction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triage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645920"/>
            <a:ext cx="3840480" cy="1371600"/>
          </a:xfrm>
          <a:prstGeom prst="rect">
            <a:avLst/>
          </a:prstGeom>
          <a:solidFill>
            <a:srgbClr val="1A2B42"/>
          </a:solidFill>
          <a:ln w="12700">
            <a:solidFill>
              <a:srgbClr val="2E7D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Improved response speed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0" y="2286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MTTR through automation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3840480" cy="1371600"/>
          </a:xfrm>
          <a:prstGeom prst="rect">
            <a:avLst/>
          </a:prstGeom>
          <a:solidFill>
            <a:srgbClr val="1A2B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37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compliance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3108960"/>
            <a:ext cx="3840480" cy="1371600"/>
          </a:xfrm>
          <a:prstGeom prst="rect">
            <a:avLst/>
          </a:prstGeom>
          <a:solidFill>
            <a:srgbClr val="1A2B42"/>
          </a:solidFill>
          <a:ln w="12700">
            <a:solidFill>
              <a:srgbClr val="2E7D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3337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Enhanced productivity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20640" y="37490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 team productivity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274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9C1"/>
                </a:solidFill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Deliverables &amp; Access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0"/>
          </a:xfrm>
          <a:prstGeom prst="line">
            <a:avLst/>
          </a:prstGeom>
          <a:noFill/>
          <a:ln w="38100">
            <a:solidFill>
              <a:srgbClr val="2E7D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needed to review, deploy, and extend SentinelAI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2514600" cy="1600200"/>
          </a:xfrm>
          <a:prstGeom prst="rect">
            <a:avLst/>
          </a:prstGeom>
          <a:solidFill>
            <a:srgbClr val="1A2B42"/>
          </a:solidFill>
          <a:ln w="12700">
            <a:solidFill>
              <a:srgbClr val="2E7D99"/>
            </a:solidFill>
            <a:prstDash val="solid"/>
          </a:ln>
        </p:spPr>
      </p:sp>
      <p:pic>
        <p:nvPicPr>
          <p:cNvPr id="6" name="GitHu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274320" cy="274320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914400" y="17830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13944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https://github.com/Deepkaysharma149/SentinelAI</a:t>
            </a:r>
            <a:endParaRPr lang="en-US" sz="800" dirty="0"/>
          </a:p>
        </p:txBody>
      </p:sp>
      <p:pic>
        <p:nvPicPr>
          <p:cNvPr id="31" name="GitHub QR C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8960" y="2363240"/>
            <a:ext cx="700000" cy="700000"/>
          </a:xfrm>
          <a:prstGeom prst="rect">
            <a:avLst/>
          </a:prstGeom>
        </p:spPr>
      </p:pic>
      <p:sp>
        <p:nvSpPr>
          <p:cNvPr id="9" name="Shape 7"/>
          <p:cNvSpPr/>
          <p:nvPr/>
        </p:nvSpPr>
        <p:spPr>
          <a:xfrm>
            <a:off x="3429000" y="1600200"/>
            <a:ext cx="2514600" cy="1600200"/>
          </a:xfrm>
          <a:prstGeom prst="rect">
            <a:avLst/>
          </a:prstGeom>
          <a:solidFill>
            <a:srgbClr val="1A2B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17830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Docs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21945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system design reference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2514600" cy="1600200"/>
          </a:xfrm>
          <a:prstGeom prst="rect">
            <a:avLst/>
          </a:prstGeom>
          <a:solidFill>
            <a:srgbClr val="1A2B42"/>
          </a:solidFill>
          <a:ln w="12700">
            <a:solidFill>
              <a:srgbClr val="2E7D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7D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17830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JSON Files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1945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Production-ready, importable automations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337560"/>
            <a:ext cx="2514600" cy="1600200"/>
          </a:xfrm>
          <a:prstGeom prst="rect">
            <a:avLst/>
          </a:prstGeom>
          <a:solidFill>
            <a:srgbClr val="1A2B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5204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Docs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9319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 guides, API references, configs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29000" y="3337560"/>
            <a:ext cx="2514600" cy="1600200"/>
          </a:xfrm>
          <a:prstGeom prst="rect">
            <a:avLst/>
          </a:prstGeom>
          <a:solidFill>
            <a:srgbClr val="1A2B42"/>
          </a:solidFill>
          <a:ln w="12700">
            <a:solidFill>
              <a:srgbClr val="2E7D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7D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11880" y="35204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Video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11880" y="39319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Recorded walkthrough with written overview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3337560"/>
            <a:ext cx="2514600" cy="1600200"/>
          </a:xfrm>
          <a:prstGeom prst="rect">
            <a:avLst/>
          </a:prstGeom>
          <a:solidFill>
            <a:srgbClr val="1A2B4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9360" y="35204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9319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start guide for developers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475488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Deepak Sharma  •  Summer School '26 Capstone Project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274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9C1"/>
                </a:solidFill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Answers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2240280"/>
            <a:ext cx="2743200" cy="0"/>
          </a:xfrm>
          <a:prstGeom prst="line">
            <a:avLst/>
          </a:prstGeom>
          <a:noFill/>
          <a:ln w="25400">
            <a:solidFill>
              <a:srgbClr val="2E7D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834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Project: SentinelAI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AI-Powered Cyber Security Incident Response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Developer: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3749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Deepak Sharma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Repository: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4069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https://github.com/Deepkaysharma149/SentinelAI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4389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Email: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4389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deepkaysharma149@gmail.com</a:t>
            </a:r>
            <a:endParaRPr lang="en-US" sz="1000" dirty="0"/>
          </a:p>
        </p:txBody>
      </p:sp>
      <p:sp>
        <p:nvSpPr>
          <p:cNvPr id="14" name="Built With Footer"/>
          <p:cNvSpPr/>
          <p:nvPr/>
        </p:nvSpPr>
        <p:spPr>
          <a:xfrm>
            <a:off x="731520" y="47548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with: </a:t>
            </a:r>
            <a:r>
              <a:rPr lang="en-US" sz="1000" dirty="0">
                <a:solidFill>
                  <a:srgbClr val="B0B9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n8n • Gemini AI • PostgreSQL • REST APIs • GitHub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0" y="274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9C1"/>
                </a:solidFill>
              </a:rPr>
              <a:t>13 /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2026-07-27T18:05:16Z</dcterms:created>
  <dcterms:modified xsi:type="dcterms:W3CDTF">2026-07-27T18:05:16Z</dcterms:modified>
</cp:coreProperties>
</file>